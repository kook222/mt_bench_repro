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논문과 제 저장소 사이를 연결하는 가장 중요한 프로토콜 슬라이드입니다.</a:t>
            </a:r>
          </a:p>
          <a:p>
            <a:r>
              <a:t>청중이 여기서 judge가 실제로 무엇을 입력받고 무엇을 출력하는지 이해해야,</a:t>
            </a:r>
          </a:p>
          <a:p>
            <a:r>
              <a:t>뒤의 scaling과 abstain 결과도 설득력 있게 들립니다.</a:t>
            </a:r>
          </a:p>
          <a:p/>
          <a:p>
            <a:r>
              <a:t>첫 단계는 답변 생성입니다. 각 모델이 80문항 2-turn 답변을 만들고,</a:t>
            </a:r>
          </a:p>
          <a:p>
            <a:r>
              <a:t>여기에는 temperature 0.7을 둬서 응답 다양성을 허용합니다.</a:t>
            </a:r>
          </a:p>
          <a:p>
            <a:r>
              <a:t>두 번째 단계는 judge 호출입니다. judge는 반대로 temperature 0.0으로 고정해서</a:t>
            </a:r>
          </a:p>
          <a:p>
            <a:r>
              <a:t>평가 noise를 줄입니다.</a:t>
            </a:r>
          </a:p>
          <a:p/>
          <a:p>
            <a:r>
              <a:t>single-grade에서는 turn1과 turn2를 같은 방식으로 다루지 않습니다.</a:t>
            </a:r>
          </a:p>
          <a:p>
            <a:r>
              <a:t>turn2는 q1, a1, q2, a2를 함께 넣어 multi-turn context로 채점해야</a:t>
            </a:r>
          </a:p>
          <a:p>
            <a:r>
              <a:t>실제 MT-Bench 프로토콜과 맞습니다.</a:t>
            </a:r>
          </a:p>
          <a:p/>
          <a:p>
            <a:r>
              <a:t>pairwise에서는 AB와 BA를 둘 다 돌립니다.</a:t>
            </a:r>
          </a:p>
          <a:p>
            <a:r>
              <a:t>핵심은 두 번의 호출을 했다는 사실이 아니라, 그 둘을 합칠 때</a:t>
            </a:r>
          </a:p>
          <a:p>
            <a:r>
              <a:t>swap 뒤에도 같은 winner가 유지될 때만 채택한다는 점입니다.</a:t>
            </a:r>
          </a:p>
          <a:p>
            <a:r>
              <a:t>즉 이 연구는 단순 prompt demo가 아니라, parse와 aggregate rule까지 포함한 protocol reproduction입니다.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의도적으로 호흡을 한번 끊는 역할을 합니다.</a:t>
            </a:r>
          </a:p>
          <a:p>
            <a:r>
              <a:t>앞 절반은 원 논문 리뷰였고, 여기부터는 제 연구 발표입니다.</a:t>
            </a:r>
          </a:p>
          <a:p>
            <a:r>
              <a:t>그래서 청중이 화면만 봐도 세션이 전환됐다는 걸 느끼게 하고 싶었습니다.</a:t>
            </a:r>
          </a:p>
          <a:p/>
          <a:p>
            <a:r>
              <a:t>짧게 말하면 앞 절반에서 만든 기준점을 이제 검증 대상으로 바꾸는 순간입니다.</a:t>
            </a:r>
          </a:p>
          <a:p>
            <a:r>
              <a:t>원 논문의 두 핵심 주장, 그리고 열린 질문을 들고 제 실험으로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divider 슬라이드에서 세션 전환은 이미 끝났습니다.</a:t>
            </a:r>
          </a:p>
          <a:p>
            <a:r>
              <a:t>이 슬라이드는 더 이상 전환을 선언하는 슬라이드가 아니라,</a:t>
            </a:r>
          </a:p>
          <a:p>
            <a:r>
              <a:t>뒤 절반 전체를 묶는 세 연구 질문을 정리하는 슬라이드입니다.</a:t>
            </a:r>
          </a:p>
          <a:p/>
          <a:p>
            <a:r>
              <a:t>뒤 절반을 들을 때는 세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그리고 그 결론이 cross-family와 hold-out까지 가도 남는가.</a:t>
            </a:r>
          </a:p>
          <a:p/>
          <a:p>
            <a:r>
              <a:t>즉 이 슬라이드는 랩미팅 파트의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청중이 뒤의 결과를 phase log처럼 듣지 않도록 넣은 진행 순서 슬라이드입니다.</a:t>
            </a:r>
          </a:p>
          <a:p>
            <a:r>
              <a:t>실험이 어떤 순서로 쌓였는지 보여주면, 왜 각 phase가 필요한지 더 잘 이해됩니다.</a:t>
            </a:r>
          </a:p>
          <a:p/>
          <a:p>
            <a:r>
              <a:t>P1은 self-judge bias를 보는 기준선이고, P2는 외부 14B judge로 broad ranking sanity를 확인하는 단계입니다.</a:t>
            </a:r>
          </a:p>
          <a:p>
            <a:r>
              <a:t>이 두 단계는 문제 정의와 예비 검증 역할을 합니다.</a:t>
            </a:r>
          </a:p>
          <a:p/>
          <a:p>
            <a:r>
              <a:t>핵심은 P3입니다. Qwen 7B, 14B, 32B를 같은 family 안에서 비교해 judge scaling의 메인 결과를 얻습니다.</a:t>
            </a:r>
          </a:p>
          <a:p>
            <a:r>
              <a:t>P4와 P5는 그 메인 결과를 보조 검증하는 단계입니다.</a:t>
            </a:r>
          </a:p>
          <a:p>
            <a:r>
              <a:t>InternLM은 cross-family, GPT-4o-mini는 external anchor입니다.</a:t>
            </a:r>
          </a:p>
          <a:p/>
          <a:p>
            <a:r>
              <a:t>마지막 P6는 question reduction을 같은 모델셋 안에서만 보지 않기 위해 넣은 단계입니다.</a:t>
            </a:r>
          </a:p>
          <a:p>
            <a:r>
              <a:t>즉 Phase 6가 있어야 tinyMT-Bench 결과를 same-set upper bound와 repeated hold-out evidence로 분리해서 말할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4와 5를 보고 나면 많은 청중이 안심합니다.</a:t>
            </a:r>
          </a:p>
          <a:p>
            <a:r>
              <a:t>Qwen32와 InternLM20B, GPT-4o-mini가 대체로 비슷한 서열을 준다면</a:t>
            </a:r>
          </a:p>
          <a:p>
            <a:r>
              <a:t>이제 judge 문제는 거의 해결된 것처럼 느껴질 수 있습니다.</a:t>
            </a:r>
          </a:p>
          <a:p/>
          <a:p>
            <a:r>
              <a:t>하지만 바로 이 지점에서 한 걸음 더 들어가야 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즉 큰 흐름의 ranking validity와, 개별 질문 수준의 decision cleanliness는 다른 문제입니다.</a:t>
            </a:r>
          </a:p>
          <a:p>
            <a:r>
              <a:t>앙상블 결과도 같은 교훈을 줍니다.</a:t>
            </a:r>
          </a:p>
          <a:p>
            <a:r>
              <a:t>작은 judge를 그냥 다수결로 합치면 오히려 오염되고,</a:t>
            </a:r>
          </a:p>
          <a:p>
            <a:r>
              <a:t>abstain ensemble처럼 불확실성을 관리해야 오히려 더 좋아집니다.</a:t>
            </a:r>
          </a:p>
          <a:p/>
          <a:p>
            <a:r>
              <a:t>그래서 이 슬라이드는 judge 연구를 단순 모델 비교가 아니라</a:t>
            </a:r>
          </a:p>
          <a:p>
            <a:r>
              <a:t>evaluation system design 문제로 읽어야 한다는 메시지를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제가 이번 발표에서 꼭 분리해서 설명하고 싶은 부분입니다.</a:t>
            </a:r>
          </a:p>
          <a:p>
            <a:r>
              <a:t>많은 청중이 기권 설계를 보면 처음에는 보수적으로 포기한 것처럼 받아들입니다.</a:t>
            </a:r>
          </a:p>
          <a:p>
            <a:r>
              <a:t>하지만 실제로는 반대입니다. 이건 decision rule을 더 정교하게 만든 겁니다.</a:t>
            </a:r>
          </a:p>
          <a:p/>
          <a:p>
            <a:r>
              <a:t>pairwise 한 쌍에 대해 각 judge는 A, B, tie, inconsistent 중 하나를 냅니다.</a:t>
            </a:r>
          </a:p>
          <a:p>
            <a:r>
              <a:t>여기서 inconsistent는 세 번째 class라기보다, AB/BA swap이 충돌한 low-confidence signal입니다.</a:t>
            </a:r>
          </a:p>
          <a:p>
            <a:r>
              <a:t>그런데 다수결은 이걸 일반 표처럼 셉니다.</a:t>
            </a:r>
          </a:p>
          <a:p>
            <a:r>
              <a:t>그러면 [inconsistent, inconsistent, A] 같은 상황에서도 winner를 잃습니다.</a:t>
            </a:r>
          </a:p>
          <a:p/>
          <a:p>
            <a:r>
              <a:t>abstain은 다르게 봅니다.</a:t>
            </a:r>
          </a:p>
          <a:p>
            <a:r>
              <a:t>inconsistent를 vote가 아니라 기권으로 두고, 남은 decisive vote가 서로 충돌하지 않을 때만 winner를 선언합니다.</a:t>
            </a:r>
          </a:p>
          <a:p>
            <a:r>
              <a:t>그래서 [inconsistent, inconsistent, A]는 A로 복구되고,</a:t>
            </a:r>
          </a:p>
          <a:p>
            <a:r>
              <a:t>[A, B, inconsistent]는 여전히 inconsistent로 남습니다.</a:t>
            </a:r>
          </a:p>
          <a:p/>
          <a:p>
            <a:r>
              <a:t>즉 이 설계는 무조건 많이 판단하려는 것도 아니고, 무조건 보수적으로 포기하는 것도 아닙니다.</a:t>
            </a:r>
          </a:p>
          <a:p>
            <a:r>
              <a:t>낮은 품질 judge의 불확실한 표를 집계에서 분리해 measurement noise를 줄이는 방식입니다.</a:t>
            </a:r>
          </a:p>
          <a:p>
            <a:r>
              <a:t>604쌍이 복구되고 decisive rate도 올라간다는 숫자가 바로 그 설계적 의미를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RQ3를 한 장에서 정리합니다.</a:t>
            </a:r>
          </a:p>
          <a:p>
            <a:r>
              <a:t>Claude 피드백을 반영해서 InternLM, GPT-4o-mini, hold-out을 하나의 arc로 묶었습니다.</a:t>
            </a:r>
          </a:p>
          <a:p/>
          <a:p>
            <a:r>
              <a:t>첫 번째 포인트는 cross-family sanity입니다.</a:t>
            </a:r>
          </a:p>
          <a:p>
            <a:r>
              <a:t>InternLM20B는 Qwen32와 broad ranking을 꽤 잘 맞추지만 더 noisy합니다.</a:t>
            </a:r>
          </a:p>
          <a:p>
            <a:r>
              <a:t>두 번째 포인트는 strongest external anchor입니다.</a:t>
            </a:r>
          </a:p>
          <a:p>
            <a:r>
              <a:t>GPT-4o-mini는 Qwen32와 가장 잘 맞는 외부 judge입니다.</a:t>
            </a:r>
          </a:p>
          <a:p>
            <a:r>
              <a:t>세 번째 포인트는 question reduction의 hold-out 현실입니다.</a:t>
            </a:r>
          </a:p>
          <a:p>
            <a:r>
              <a:t>repeated hold-out 기준으로는 60문항이 가장 안전한 운영점입니다.</a:t>
            </a:r>
          </a:p>
          <a:p/>
          <a:p>
            <a:r>
              <a:t>즉 RQ3는 완전한 yes가 아니라 partial yes라고 답해야 정직합니다.</a:t>
            </a:r>
          </a:p>
          <a:p>
            <a:r>
              <a:t>큰 흐름은 남지만, judge 품질과 question-level cleanliness는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2부 전체를 닫아 주는 슬라이드입니다.</a:t>
            </a:r>
          </a:p>
          <a:p>
            <a:r>
              <a:t>Claude가 지적한 것처럼 2부가 phase 보고의 나열로 끝나면 연구 질문이 희미해집니다.</a:t>
            </a:r>
          </a:p>
          <a:p>
            <a:r>
              <a:t>그래서 처음 던진 RQ1, RQ2, RQ3를 다시 불러와 답하는 방식으로 마무리합니다.</a:t>
            </a:r>
          </a:p>
          <a:p/>
          <a:p>
            <a:r>
              <a:t>RQ1에 대한 답은 가장 명확합니다.</a:t>
            </a:r>
          </a:p>
          <a:p>
            <a:r>
              <a:t>Qwen judge scaling 결과에서는 reliability 개선이 분명히 관찰됐습니다.</a:t>
            </a:r>
          </a:p>
          <a:p>
            <a:r>
              <a:t>RQ2에 대한 답도 선명합니다.</a:t>
            </a:r>
          </a:p>
          <a:p>
            <a:r>
              <a:t>남는 오류는 단순 noise가 아니라 구조화된 bias와 format failure입니다.</a:t>
            </a:r>
          </a:p>
          <a:p/>
          <a:p>
            <a:r>
              <a:t>RQ3는 부분적으로만 예라고 답해야 정직합니다.</a:t>
            </a:r>
          </a:p>
          <a:p>
            <a:r>
              <a:t>InternLM20B, GPT-4o-mini, repeated hold-out이 broad claim을 지지하지만,</a:t>
            </a:r>
          </a:p>
          <a:p>
            <a:r>
              <a:t>이걸 모든 open judge에 대한 보편 법칙처럼 말하면 과합니다.</a:t>
            </a:r>
          </a:p>
          <a:p/>
          <a:p>
            <a:r>
              <a:t>이 슬라이드가 들어가면 2부가 phase 보고가 아니라</a:t>
            </a:r>
          </a:p>
          <a:p>
            <a:r>
              <a:t>세 개의 연구 질문에 대한 실험적 답변으로 닫히게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>
            <a:r>
              <a:t>특히 저장소는 phase 순서로 읽으면 오늘 발표의 2부와 같은 흐름이 다시 재생됩니다.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86384"/>
            <a:ext cx="530352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MT-Bench / Chatbot Arena
논문 리뷰와 내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95728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7614D"/>
                </a:solidFill>
                <a:latin typeface="Apple SD Gothic Neo"/>
              </a:rPr>
              <a:t>1부 논문 리뷰, 2부 내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1216"/>
            <a:ext cx="5029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0">
                <a:solidFill>
                  <a:srgbClr val="363A48"/>
                </a:solidFill>
                <a:latin typeface="Apple SD Gothic Neo"/>
              </a:rPr>
              <a:t>앞 절반은 Zheng et al.의 베이스 논문을 읽는 시간입니다.
뒤 절반은 그 프로토콜을 제 저장소와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 SD Gothic Neo"/>
              </a:rPr>
              <a:t>핵심 질문: strong judge LLM의 논문 메시지가 오픈소스 judge 실험으로 어디까지 이어지는가?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논문 리뷰 + 내 연구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오늘 발표는 1부 논문 리뷰, 2부 내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발표의 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judge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pic>
        <p:nvPicPr>
          <p:cNvPr id="10" name="Picture 9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4282192"/>
          </a:xfrm>
          <a:prstGeom prst="rect">
            <a:avLst/>
          </a:prstGeom>
        </p:spPr>
      </p:pic>
      <p:pic>
        <p:nvPicPr>
          <p:cNvPr id="11" name="Picture 10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961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1-4. judge 점수평가는 실제로 어떻게 흘러가는가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답변 생성부터 parse·aggregate까지 judge scoring flow를 한 번에 보여준다.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저장소의 재현성 핵심은 prompt를 흉내 낸 것보다도, parse rule과 aggregation rule을 논문과 맞춘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1. 답변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각 모델이 80문항, 2-turn 답변을 생성합니다. generation은 temperature 0.7로 두어 응답 다양성을 확보합니다.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1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2. judge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turn1/turn2를 채점하고, pairwise는 AB와 BA 두 순서로 각각 judge를 호출합니다. judge는 temperature 0.0입니다.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1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3. 파싱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1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1–10 점수를 추출하고 실패 시 -1.0으로 기록합니다. pairwise는 A/B/tie/error를 추출합니다.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048256"/>
            <a:ext cx="262432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157984"/>
            <a:ext cx="247802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Step 4. 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2542032"/>
            <a:ext cx="247802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single은 문항별 turn 평균을 모델 점수로, pairwise는 swap 뒤에도 일치할 때만 winner로 채택합니다.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generation 단계와 judge 단계의 temperature를 분리해, 답변 다양성과 평가 결정성을 서로 다른 층으로 관리한다.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single-grade는 turn1 독립 prompt와 turn2 multi-turn prompt를 따로 써서 turn2 맥락 손실을 막는다.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pairwise의 핵심은 winner를 한 번 맞히는 게 아니라, AB/BA swap 뒤에도 유지되는 winner만 채택하는 것이다.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1-5.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pic>
        <p:nvPicPr>
          <p:cNvPr id="10" name="Picture 9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426248"/>
          </a:xfrm>
          <a:prstGeom prst="rect">
            <a:avLst/>
          </a:prstGeom>
        </p:spPr>
      </p:pic>
      <p:pic>
        <p:nvPicPr>
          <p:cNvPr id="11" name="Picture 10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73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1-7.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이제부터는 paper claim을 다시 읽는 것이 아니라, 그 claim을 내 judge 실험으로 어디까지 옮길 수 있었는지 보여드립니다.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2-1. 내가 실제로 검증한 세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랩미팅을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구현 목록이 아니라 세 개의 연구 질문으로 듣는 것이 가장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좋아진 뒤 남는 오류는 단순 noise인가, 아니면 position bias나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InternLM, GPT-4o-mini, repeated hold-out까지 붙여도 같은 결론이 남는가?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이 뒤 절반은 구현 목록보다 세 개의 연구 질문으로 들으면 가장 잘 들어온다.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2-2. 실험은 어떤 순서로 진행했는가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Phase 1부터 Phase 6까지의 실험 순서를 한 장에서 보여준다.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10149840" cy="54864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572768"/>
            <a:ext cx="658368" cy="658368"/>
          </a:xfrm>
          <a:prstGeom prst="ellipse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Self-judge</a:t>
            </a:r>
          </a:p>
        </p:txBody>
      </p:sp>
      <p:sp>
        <p:nvSpPr>
          <p:cNvPr id="14" name="Oval 13"/>
          <p:cNvSpPr/>
          <p:nvPr/>
        </p:nvSpPr>
        <p:spPr>
          <a:xfrm>
            <a:off x="2697480" y="1572768"/>
            <a:ext cx="658368" cy="658368"/>
          </a:xfrm>
          <a:prstGeom prst="ellipse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Sanity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572768"/>
            <a:ext cx="658368" cy="658368"/>
          </a:xfrm>
          <a:prstGeom prst="ellipse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InternLM</a:t>
            </a:r>
          </a:p>
        </p:txBody>
      </p:sp>
      <p:sp>
        <p:nvSpPr>
          <p:cNvPr id="23" name="Oval 22"/>
          <p:cNvSpPr/>
          <p:nvPr/>
        </p:nvSpPr>
        <p:spPr>
          <a:xfrm>
            <a:off x="8046720" y="1572768"/>
            <a:ext cx="658368" cy="658368"/>
          </a:xfrm>
          <a:prstGeom prst="ellipse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6" name="Oval 25"/>
          <p:cNvSpPr/>
          <p:nvPr/>
        </p:nvSpPr>
        <p:spPr>
          <a:xfrm>
            <a:off x="982980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Hold-out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44368"/>
            <a:ext cx="1115568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P1 self-judge 기준선으로 자기평가 편향을 확인하고, P2에서 외부 14B judge로 초기 sanity check를 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P3는 Qwen 7B/14B/32B를 이용한 메인 judge scaling 실험이고, 여기서 RQ1과 RQ2의 핵심 수치가 나온다.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P4는 InternLM 7B/20B cross-family 점검, P5는 GPT-4o-mini external check로 Phase 3의 broad pattern을 보조 검증한다.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P6는 11개 모델 풀의 repeated hold-out으로 tinyMT-Bench subset이 same-set upper bound를 넘어서 어느 정도 운영 가능한지 다시 본 단계다.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15584"/>
            <a:ext cx="11155680" cy="38404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500" b="1">
                <a:solidFill>
                  <a:srgbClr val="282C3A"/>
                </a:solidFill>
                <a:latin typeface="Apple SD Gothic Neo"/>
              </a:rPr>
              <a:t>즉 오늘 결과는 한 번에 나온 것이 아니라 self-judge 확인 → main scaling → cross-family / external validation → hold-out verification의 순서로 쌓아 올린 것입니다.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준비.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pic>
        <p:nvPicPr>
          <p:cNvPr id="10" name="Picture 9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700226"/>
          </a:xfrm>
          <a:prstGeom prst="rect">
            <a:avLst/>
          </a:prstGeom>
        </p:spPr>
      </p:pic>
      <p:pic>
        <p:nvPicPr>
          <p:cNvPr id="11" name="Picture 10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07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RQ1을 제대로 보려면 먼저 self-judge 함정을 걷어내야 합니다. 이 슬라이드는 그 준비 단계입니다.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답. Phase 3: Qwen judge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pic>
        <p:nvPicPr>
          <p:cNvPr id="10" name="Picture 9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354645"/>
          </a:xfrm>
          <a:prstGeom prst="rect">
            <a:avLst/>
          </a:prstGeom>
        </p:spPr>
      </p:pic>
      <p:pic>
        <p:nvPicPr>
          <p:cNvPr id="11" name="Picture 10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478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기반 judge scaling의 same-family empirical trend’로 읽는 것이 맞다.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RQ2-1. 그런데 broad ranking이 맞아도 남는 오류는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cross-family validation 이후에도 남는 residual bias와 practical ensemble 결론을 보여준다.</a:t>
            </a:r>
          </a:p>
        </p:txBody>
      </p:sp>
      <p:pic>
        <p:nvPicPr>
          <p:cNvPr id="10" name="Picture 9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1974656"/>
          </a:xfrm>
          <a:prstGeom prst="rect">
            <a:avLst/>
          </a:prstGeom>
        </p:spPr>
      </p:pic>
      <p:pic>
        <p:nvPicPr>
          <p:cNvPr id="11" name="Picture 10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327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Residual position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32B judge의 남은 불일치 중 94.93%가 first-position win으로 연결되어 residual bias가 위치 편향으로 농축된다.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단순 majority ensemble은 오히려 58.63%로 나빠지고, abstain ensemble만 24.70%까지 낮춘다.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broad ranking이 맞는 것과 question-level decision이 깨끗한 것은 다른 문제다.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 명확합니다. 전체 서열이 맞아도 남는 오류는 구조화된 편향과 운영 리스크로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RQ2-2. 왜 majority가 아니라 abstain인가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기권 설계를 결과표가 아니라 decision rule 자체로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각 judge는 pairwise 한 쌍에 대해 {A, B, tie, inconsistent} 중 하나를 남긴다. 여기서 inconsistent는 AB/BA swap이 충돌한 low-confidence case다.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다수결은 inconsistent도 하나의 표처럼 세기 때문에 [inconsistent, inconsistent, A] 같은 경우 winner를 잃고 noisy 7B가 aggregate를 오염시킨다.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abstain은 inconsistent를 기권으로 버리고, 남은 decisive vote가 충돌하지 않을 때만 winner를 선언한다.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실제로 604쌍(36%)이 inconsistent→winner로 복구되고, inconsistency는 58.63%→24.70%, decisive rate는 41.37%→75.30%로 개선된다.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abstain은 덜 결정하는 설계가 아니라, low-confidence vote를 표로 세지 않아서 더 많은 쌍을 더 깨끗하게 결정하는 설계입니다.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Majority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58.63%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Abstain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24.70%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604쌍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Decisive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75.30%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RQ3. cross-family와 hold-out에서도 결론이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InternLM20B, GPT-4o-mini, repeated hold-out 결과를 한 장에서 묶어 RQ3에 답한다.</a:t>
            </a:r>
          </a:p>
        </p:txBody>
      </p:sp>
      <p:pic>
        <p:nvPicPr>
          <p:cNvPr id="10" name="Picture 9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3892253"/>
          </a:xfrm>
          <a:prstGeom prst="rect">
            <a:avLst/>
          </a:prstGeom>
        </p:spPr>
      </p:pic>
      <p:pic>
        <p:nvPicPr>
          <p:cNvPr id="11" name="Picture 10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1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/ external judge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InternLM20B는 Qwen32와 Spearman ρ=0.893로 broad ranking을 유지하지만, pairwise inconsistency는 47.44%로 더 noisy하다.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GPT-4o-mini는 Qwen32와 ρ=0.964, τ=0.905, pairwise inconsistency 33.99%로 가장 강한 외부 기준점이다.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tinyMT repeated hold-out 330 split에서는 60문항이 세 judge 모두 mean ρ≥0.97로 가장 안전한 운영점이었다.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GPT-4o-mini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mean ρ≥0.97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partial yes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4. 세 연구 질문에 대해 지금 무엇을 답할 수 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2부에서 처음 던진 세 연구 질문에 대한 현재 답을 한 장에서 닫아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따라서 이 발표의 결론은 ‘오픈소스 judge도 충분하다’가 아니라, ‘strong judge message는 부분적으로 재현되지만 boundary를 같이 말해야 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scaling은 개선되는가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예. Qwen judge scaling 결과에서는 7B → 14B → 32B로 갈수록 pairwise inconsistency가 뚜렷하게 줄었습니다.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남는 오류는 어떤 구조인가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단순 noise가 아니라 first-position bias와 format failure처럼 구조화됩니다. 그래서 abstain ensemble이 의미를 가집니다.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그 결론은 남는가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부분적으로 예. InternLM20B·GPT-4o-mini·repeated hold-out이 broad claim을 지지하지만, 모든 open judge에 대한 보편 법칙은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RQ1, RQ2, RQ3를 다시 부르면 2부가 phase 나열이 아니라 하나의 argument로 닫힙니다.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19/19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실험은 Phase 1–2 → Phase 3 → Phase 4–5 → Phase 6 순으로 읽으면 오늘 발표 흐름과 정확히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